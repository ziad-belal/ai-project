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raunces Extra 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37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0619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⚽</a:t>
            </a: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Football AI Prediction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59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Leveraging Machine Learning for Advanced Player Analytics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0448" y="589002"/>
            <a:ext cx="7683103" cy="130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Unlocking Player Potential with AI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0448" y="2519243"/>
            <a:ext cx="3737253" cy="2662357"/>
          </a:xfrm>
          <a:prstGeom prst="roundRect">
            <a:avLst>
              <a:gd name="adj" fmla="val 4121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0448" y="2496383"/>
            <a:ext cx="3737253" cy="91440"/>
          </a:xfrm>
          <a:prstGeom prst="roundRect">
            <a:avLst>
              <a:gd name="adj" fmla="val 205424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0" y="2206228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762" y="2393990"/>
            <a:ext cx="250388" cy="2503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1906" y="3040975"/>
            <a:ext cx="3274338" cy="78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Predicting On-Field Performance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961906" y="3948589"/>
            <a:ext cx="3274338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Forecasting key statistics such as 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Goals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Assists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upcoming matches.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676299" y="2519243"/>
            <a:ext cx="3737253" cy="2662357"/>
          </a:xfrm>
          <a:prstGeom prst="roundRect">
            <a:avLst>
              <a:gd name="adj" fmla="val 4121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76299" y="2496383"/>
            <a:ext cx="3737253" cy="91440"/>
          </a:xfrm>
          <a:prstGeom prst="roundRect">
            <a:avLst>
              <a:gd name="adj" fmla="val 205424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31850" y="2206228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9612" y="2393990"/>
            <a:ext cx="250388" cy="2503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07756" y="3040975"/>
            <a:ext cx="3274338" cy="78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Estimating Market Value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4907756" y="3948589"/>
            <a:ext cx="3274338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Providing accurate 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transfer price estimations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millions, crucial for club decisions.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30448" y="5703213"/>
            <a:ext cx="7683103" cy="1937266"/>
          </a:xfrm>
          <a:prstGeom prst="roundRect">
            <a:avLst>
              <a:gd name="adj" fmla="val 5664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30448" y="5680353"/>
            <a:ext cx="7683103" cy="91440"/>
          </a:xfrm>
          <a:prstGeom prst="roundRect">
            <a:avLst>
              <a:gd name="adj" fmla="val 205424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258985" y="5390198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6746" y="5577959"/>
            <a:ext cx="250388" cy="2503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1906" y="6224945"/>
            <a:ext cx="3653552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Flexible Input Methods</a:t>
            </a:r>
            <a:endParaRPr lang="en-US" sz="2450" dirty="0"/>
          </a:p>
        </p:txBody>
      </p:sp>
      <p:sp>
        <p:nvSpPr>
          <p:cNvPr id="21" name="Text 15"/>
          <p:cNvSpPr/>
          <p:nvPr/>
        </p:nvSpPr>
        <p:spPr>
          <a:xfrm>
            <a:off x="961906" y="6741319"/>
            <a:ext cx="7220188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Easily search for players in our database or enter custom statistics for bespoke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38" y="568881"/>
            <a:ext cx="13182124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Power Behind the Predictions: Technology Stack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4138" y="2404824"/>
            <a:ext cx="7707273" cy="3980021"/>
          </a:xfrm>
          <a:prstGeom prst="roundRect">
            <a:avLst>
              <a:gd name="adj" fmla="val 46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758" y="2412444"/>
            <a:ext cx="7691199" cy="5943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9522" y="2544128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Programming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06748" y="2544128"/>
            <a:ext cx="214217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70163" y="2544128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758" y="3006804"/>
            <a:ext cx="7691199" cy="5943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9522" y="3138488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6748" y="3138488"/>
            <a:ext cx="214217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Pandas, NumPy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70163" y="3138488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758" y="3601164"/>
            <a:ext cx="7691199" cy="925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9522" y="3732848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6748" y="3732848"/>
            <a:ext cx="2142173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Forest, Neural Network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70163" y="3732848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758" y="4526518"/>
            <a:ext cx="7691199" cy="9253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9522" y="4658201"/>
            <a:ext cx="2145983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Graphical User Interface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6748" y="4658201"/>
            <a:ext cx="214217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CustomTkinter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70163" y="4658201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758" y="5451872"/>
            <a:ext cx="7691199" cy="925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9522" y="5583555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Search Algorithms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06748" y="5583555"/>
            <a:ext cx="2142173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DFS/BFS Graph Algorithms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70163" y="5583555"/>
            <a:ext cx="214598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6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856" y="2404824"/>
            <a:ext cx="4969907" cy="496990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24138" y="7840028"/>
            <a:ext cx="13182124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is built on robust, industry-standard technologies to ensure reliability and performance.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4A2FA1-B674-945D-CAE7-E65EC1566778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988147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Prediction Pipeline: How It Works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1. Load Player Data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Securely load extensive player statistics from CSV files.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2. Train ML Models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Random Forest and Neural Network models are rigorously trained on this data.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 User Input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interact via player search or direct statistic entry.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4. AI Prediction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generates performance forecasts and market value estimations.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5. Display Results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Predictions are presented clearly through our intuitive GUI.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BBC84-ACA6-11A3-116B-C57135548339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4404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At the Core: Machine Learning Models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6835" y="6420683"/>
            <a:ext cx="13836729" cy="1524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6835" y="892969"/>
            <a:ext cx="6847523" cy="5527715"/>
          </a:xfrm>
          <a:prstGeom prst="roundRect">
            <a:avLst>
              <a:gd name="adj" fmla="val 184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97681" y="1006316"/>
            <a:ext cx="2845713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Random Forest: Ensemble Power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0183" y="1286947"/>
            <a:ext cx="662082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Comprises 100 decision trees, each casting a vote for the final prediction. Known for its speed and accuracy, especially with tabular data.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83" y="1777365"/>
            <a:ext cx="6620828" cy="45299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6044" y="908208"/>
            <a:ext cx="6847523" cy="5527715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429324" y="1362075"/>
            <a:ext cx="321290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Neural Network: Pattern Recognition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54425" y="1623678"/>
            <a:ext cx="662082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custom-implemented network with four layers (64→32→16→1 neurons) designed to uncover complex patterns in player data.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684" y="2035538"/>
            <a:ext cx="6620828" cy="45299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835" y="1207591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Both models work in tandem, allowing the system to leverage the strengths of each for optimal predictive performance, using the best available outcome.</a:t>
            </a:r>
            <a:endParaRPr lang="en-US" sz="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5EDE4E-610E-4CD5-A231-73DF1B6A8346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818" y="501134"/>
            <a:ext cx="11784687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Intelligent Player Search: Graph-Based Algorithms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7818" y="1507927"/>
            <a:ext cx="6455093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search functionality is powered by sophisticated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graph algorithms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treating players as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nodes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their teammates as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edges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7818" y="2255044"/>
            <a:ext cx="6455093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DFS (Depth-First Search):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Explores deep into branches, ideal for finding specific connections. Utilizes a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Stack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 structure.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7818" y="2901910"/>
            <a:ext cx="6455093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BFS (Breadth-First Search):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Explores widely across levels, excellent for finding closest relationships. Utilizes a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Queue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 structure.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7818" y="3781149"/>
            <a:ext cx="6455093" cy="30361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7818" y="4016454"/>
            <a:ext cx="2696528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Smart Search Features: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7818" y="4483298"/>
            <a:ext cx="645509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Fuzzy Name Matching: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"Mesi" intelligently corrects to "Messi".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818" y="4838581"/>
            <a:ext cx="645509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Keyword Search: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Discover players using terms like "top scorer."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818" y="5193863"/>
            <a:ext cx="645509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Teammate Search: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Instantly find "teammates of Ronaldo."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110" y="887253"/>
            <a:ext cx="6455093" cy="645509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FC02DE-E4CC-4DB4-2D6F-5BB1602D8500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0053" y="513517"/>
            <a:ext cx="7836694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Features: Delivering Excellence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0053" y="1960959"/>
            <a:ext cx="560308" cy="5603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33724" y="2118479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 Market Values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933724" y="2522339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Seamlessly integrates with </a:t>
            </a: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Transfermarkt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database, supporting 8 major leagues for unparalleled accuracy.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053" y="3493532"/>
            <a:ext cx="560308" cy="5603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33724" y="3651052"/>
            <a:ext cx="250721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Accurate Predictions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933724" y="4054912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Trained on thousands of player profiles, considering age, current form, and playing time for robust forecasts.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053" y="5026104"/>
            <a:ext cx="560308" cy="5603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33724" y="5183624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Fast Performance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933724" y="5587484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Leverages </a:t>
            </a: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asynchronous processing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background threading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deliver instant, non-blocking results.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40053" y="6558677"/>
            <a:ext cx="560308" cy="5603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33724" y="6716197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Modern UI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933724" y="7120057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Features a sleek </a:t>
            </a: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dark theme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inspired by football field colors, animated predictions, and a user-friendly interface.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F670DA-B4DA-B5C7-95EA-07CDBE020674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27427"/>
            <a:ext cx="11880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Architecture: A Unified Approach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763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diagram illustrates the modular design, ensuring efficient data flow and processing between distinct components, from user interaction to predictive analytics.</a:t>
            </a:r>
            <a:endParaRPr lang="en-US" sz="17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61BA4-16C6-236C-8D88-E9022FC5DD4E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418" y="385286"/>
            <a:ext cx="8302109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Organization: Simplified File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0418" y="1173480"/>
            <a:ext cx="210216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Main Files: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0418" y="1576388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The heart of the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GUI Application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0418" y="1864757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train_models.py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Script for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training the ML models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0418" y="2244328"/>
            <a:ext cx="212121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Core Modules (</a:t>
            </a:r>
            <a:r>
              <a:rPr lang="en-US" sz="165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):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0418" y="2647236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Handles all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prediction logic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0418" y="2935605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Implements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search algorithms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(DFS/BFS).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0418" y="3223974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model_trainer.py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Orchestrates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training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0418" y="3512344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neural_network.py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Contains the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NN implementation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0418" y="3800713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Manages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CSV data loading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173" y="787896"/>
            <a:ext cx="6653808" cy="66538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93821" y="2965288"/>
            <a:ext cx="210216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Files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493794" y="8405336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data/All_Players.csv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Comprehensive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player statistics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3794" y="8693706"/>
            <a:ext cx="665380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models/*.pkl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Stores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trained model parameters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0418" y="9139714"/>
            <a:ext cx="13649563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well-organized structure ensures maintainability and scalability for future enhancements.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EC0702-DD22-D629-CB31-C4FC764E64B2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4563"/>
            <a:ext cx="75886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Get Started in 3 Easy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3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6854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842855"/>
            <a:ext cx="346174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Step 1: Train Models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404235"/>
            <a:ext cx="4196358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train_models.py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needs to be run once to train the AI models on the latest data.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13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6854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6962" y="2842855"/>
            <a:ext cx="406669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Step 2: Run Application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216962" y="3404235"/>
            <a:ext cx="4196358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Launches the intuitive Graphical User Interface.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13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6854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40133" y="2842855"/>
            <a:ext cx="39100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Step 3: Get Predictions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9640133" y="340423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640133" y="390322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Option A: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Search for any player by name.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640133" y="470832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Option B: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Enter custom statistics for tailored analysis.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640133" y="557022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Instant AI predictions for performance and market value!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640133" y="643211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5116C-9F01-BAA5-8A38-E064A50DF18E}"/>
              </a:ext>
            </a:extLst>
          </p:cNvPr>
          <p:cNvSpPr/>
          <p:nvPr/>
        </p:nvSpPr>
        <p:spPr>
          <a:xfrm>
            <a:off x="12750229" y="7674796"/>
            <a:ext cx="1808252" cy="554804"/>
          </a:xfrm>
          <a:prstGeom prst="rect">
            <a:avLst/>
          </a:prstGeom>
          <a:solidFill>
            <a:srgbClr val="FAFFFA"/>
          </a:solidFill>
          <a:ln>
            <a:solidFill>
              <a:srgbClr val="FA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738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Fraunces Extra Bold</vt:lpstr>
      <vt:lpstr>Consolas</vt:lpstr>
      <vt:lpstr>Fraunces Light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Ziad</dc:creator>
  <cp:lastModifiedBy>Ziad Ali</cp:lastModifiedBy>
  <cp:revision>3</cp:revision>
  <dcterms:created xsi:type="dcterms:W3CDTF">2025-12-17T07:05:31Z</dcterms:created>
  <dcterms:modified xsi:type="dcterms:W3CDTF">2025-12-17T05:25:29Z</dcterms:modified>
</cp:coreProperties>
</file>